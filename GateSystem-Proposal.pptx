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0" y="45720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GATE</a:t>
            </a:r>
            <a:endParaRPr lang="en-US" sz="160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2926080" cy="32918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SISTEM BARU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 GATE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 / OUT DIGITAL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 Pencatatan Kendaraan Berbasis Web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Akurasi Data &amp; Efisiensi Operasional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3291840"/>
            <a:ext cx="2286000" cy="4572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Dipresentasikan oleh: rrfmargaret  |  Security Division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MASALAH SAAT INI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B2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yang terjadi dengan sistem manual sekarang?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5880" y="1828800"/>
            <a:ext cx="731520" cy="731520"/>
          </a:xfrm>
          <a:prstGeom prst="ellipse">
            <a:avLst/>
          </a:prstGeom>
          <a:solidFill>
            <a:srgbClr val="FDE8E8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Tidak Akurat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manual rentan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terhadap kesalahan tulis,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hilang, atau tidak lengkap.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60020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6002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828800"/>
            <a:ext cx="731520" cy="731520"/>
          </a:xfrm>
          <a:prstGeom prst="ellipse">
            <a:avLst/>
          </a:prstGeom>
          <a:solidFill>
            <a:srgbClr val="FDE8E8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9184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Lambat &amp; Tidak Efisien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catat manual memakan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dan menghambat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antrian kendaraan di gate.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35040" y="1600200"/>
            <a:ext cx="265176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1600200"/>
            <a:ext cx="2651760" cy="73152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1828800"/>
            <a:ext cx="731520" cy="731520"/>
          </a:xfrm>
          <a:prstGeom prst="ellipse">
            <a:avLst/>
          </a:prstGeom>
          <a:solidFill>
            <a:srgbClr val="FDE8E8"/>
          </a:solidFill>
          <a:ln w="6350">
            <a:solidFill>
              <a:srgbClr val="E53E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95160" y="18288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E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126480" y="2697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Laporan Susah Dibuat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26480" y="320040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 harian harus dilakukan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secara manual dari buku log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tidak terstruktur.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manual tidak lagi memadai untuk kebutuhan operasional yang terus berkembang.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SOLUSI KAMI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 Gate In/Out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Berbasis Web App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berbasis browser yang berjalan di PC (Post 7) dan Android (Post 1), terhubung langsung ke Google Sheets sebagai database real-time.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3264408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320040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plat nomor manual atau scan kamera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57016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4930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pengemudi, perusahaan, SIM, ID Number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849624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785616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Pilihan jenis kendaraan &amp; tujuan dalam plant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42232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407822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waktu IN otomatis di Post 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434840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437083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waktu OUT &amp; durasi di Post 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727448"/>
            <a:ext cx="164592" cy="16459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663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real-time ke Google Sheets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457200"/>
            <a:ext cx="3108960" cy="2011680"/>
          </a:xfrm>
          <a:prstGeom prst="rect">
            <a:avLst/>
          </a:prstGeom>
          <a:solidFill>
            <a:srgbClr val="1B2A3B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0" y="457200"/>
            <a:ext cx="31089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5943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7 — ENTRY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69280" y="10058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PC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1600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lengkap 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&amp; pengemudi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903720" y="2606040"/>
            <a:ext cx="640080" cy="54864"/>
          </a:xfrm>
          <a:prstGeom prst="rect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560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0" y="2834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(Real-time)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2461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669280" y="3520440"/>
            <a:ext cx="3108960" cy="1463040"/>
          </a:xfrm>
          <a:prstGeom prst="rect">
            <a:avLst/>
          </a:prstGeom>
          <a:solidFill>
            <a:srgbClr val="1B2A3B"/>
          </a:solidFill>
          <a:ln w="12700">
            <a:solidFill>
              <a:srgbClr val="1DB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520440"/>
            <a:ext cx="3108960" cy="64008"/>
          </a:xfrm>
          <a:prstGeom prst="rect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0" y="3657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B9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POST 1 — EXIT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69280" y="41148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Web Browser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Cari plat → catat waktu keluar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KEUNGGULAN SISTEM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65960" cy="2286000"/>
          </a:xfrm>
          <a:prstGeom prst="rect">
            <a:avLst/>
          </a:prstGeom>
          <a:solidFill>
            <a:srgbClr val="FFF8E7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196596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11480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Tercatat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1965960" cy="2286000"/>
          </a:xfrm>
          <a:prstGeom prst="rect">
            <a:avLst/>
          </a:prstGeom>
          <a:solidFill>
            <a:srgbClr val="E8F8F0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87168" y="1188720"/>
            <a:ext cx="1965960" cy="73152"/>
          </a:xfrm>
          <a:prstGeom prst="rect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32888" y="14173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DB96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2x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2532888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Cepat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Manual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08576" y="1188720"/>
            <a:ext cx="1965960" cy="2286000"/>
          </a:xfrm>
          <a:prstGeom prst="rect">
            <a:avLst/>
          </a:prstGeom>
          <a:solidFill>
            <a:srgbClr val="E0F7FA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1188720"/>
            <a:ext cx="19659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4173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891B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4654296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Kehilangan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29984" y="1188720"/>
            <a:ext cx="1965960" cy="2286000"/>
          </a:xfrm>
          <a:prstGeom prst="rect">
            <a:avLst/>
          </a:prstGeom>
          <a:solidFill>
            <a:srgbClr val="F3E8FF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29984" y="1188720"/>
            <a:ext cx="1965960" cy="731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75704" y="1417320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775704" y="242316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Laporan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Saja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3657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PERBANDINGAN SISTEM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023360"/>
          <a:ext cx="8412480" cy="100584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  <a:gridCol w="329184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 Manual (Sekarang)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E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Sistem Digital (Baru)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B96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Akurasi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Rentan salah tulis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Otomatis &amp; terstruktur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Kecepatan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 menit per kendaraan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menit per kendaraan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Laporan Harian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Rekap manual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Otomatis di Google Sheets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Aksesibilitas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dari buku 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Bisa diakses dari mana saja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 KERJA SISTEM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pencatatan kendaraan dari masuk hingga keluar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85216" y="114300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85216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 Tiba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masuk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 area gate Post 7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29968" y="114300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029968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816352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19072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Data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73352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Satpam input plat,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pengemudi, tujuan &amp; SIM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0" y="1143000"/>
            <a:ext cx="731520" cy="731520"/>
          </a:xfrm>
          <a:prstGeom prst="ellipse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474720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61104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63824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ENTRY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118104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tersimpan otomatis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Google Sheets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919472" y="1143000"/>
            <a:ext cx="731520" cy="731520"/>
          </a:xfrm>
          <a:prstGeom prst="ellipse">
            <a:avLst/>
          </a:prstGeom>
          <a:solidFill>
            <a:srgbClr val="8A97A8"/>
          </a:solidFill>
          <a:ln w="12700">
            <a:solidFill>
              <a:srgbClr val="8A97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19472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705856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08576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Kendaraan Keluar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62856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Kendaraan menuju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Post 1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4224" y="1143000"/>
            <a:ext cx="731520" cy="73152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64224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150608" y="118872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7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53328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 Plat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007608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Satpam cari plat,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muncul otomatis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808976" y="1143000"/>
            <a:ext cx="731520" cy="731520"/>
          </a:xfrm>
          <a:prstGeom prst="ellipse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808976" y="1143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498080" y="20116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B9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EXIT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452360" y="24231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Waktu keluar &amp; durasi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tercatat otomatis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337560"/>
            <a:ext cx="8229600" cy="1508760"/>
          </a:xfrm>
          <a:prstGeom prst="rect">
            <a:avLst/>
          </a:prstGeom>
          <a:solidFill>
            <a:srgbClr val="1B2A3B"/>
          </a:solidFill>
          <a:ln w="1016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337560"/>
            <a:ext cx="822960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401568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HASIL DI GOOGLE SHEETS — Setiap baris = 1 kendaraan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225296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25296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975104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75104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Pengemudi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724912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24912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Perusahaan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474720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0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224528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24528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Jenis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974336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74336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724144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24144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Masuk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73952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73952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 Keluar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7223760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7973568" y="3813048"/>
            <a:ext cx="731520" cy="292608"/>
          </a:xfrm>
          <a:prstGeom prst="rect">
            <a:avLst/>
          </a:prstGeom>
          <a:solidFill>
            <a:srgbClr val="1B2A3B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973568" y="38130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475488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25/03/2026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1225296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225296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1234 XX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1975104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975104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Santoso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24912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24912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PT. Logindo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3474720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74720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B1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4224528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24528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CDD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4974336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974336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 A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5724144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24144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08:12:34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6473952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73952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10:45:21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7223760" y="4114800"/>
            <a:ext cx="731520" cy="658368"/>
          </a:xfrm>
          <a:prstGeom prst="rect">
            <a:avLst/>
          </a:prstGeom>
          <a:solidFill>
            <a:srgbClr val="162332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7223760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02:32:47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973568" y="4114800"/>
            <a:ext cx="731520" cy="658368"/>
          </a:xfrm>
          <a:prstGeom prst="rect">
            <a:avLst/>
          </a:prstGeom>
          <a:solidFill>
            <a:srgbClr val="0E4D2E"/>
          </a:solidFill>
          <a:ln w="3810">
            <a:solidFill>
              <a:srgbClr val="2A3F5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973568" y="4114800"/>
            <a:ext cx="731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B9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A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spc="200" kern="0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IMPLEMENTASI &amp; BIAYA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IMPLEMENTASI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719072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64592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Google Sheets &amp;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Script 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96312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93192" y="242316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web app di GitHub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konfigurasi perangkat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73552"/>
            <a:ext cx="54864" cy="59436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3192" y="3200400"/>
            <a:ext cx="256032" cy="256032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089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satpam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7 &amp; Post 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4050792"/>
            <a:ext cx="54864" cy="594360"/>
          </a:xfrm>
          <a:prstGeom prst="rect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3192" y="3977640"/>
            <a:ext cx="256032" cy="256032"/>
          </a:xfrm>
          <a:prstGeom prst="ellipse">
            <a:avLst/>
          </a:prstGeom>
          <a:solidFill>
            <a:srgbClr val="1DB96A"/>
          </a:solidFill>
          <a:ln w="12700">
            <a:solidFill>
              <a:srgbClr val="1DB9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8862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Minggu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monitoring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penuh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97280"/>
            <a:ext cx="402336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4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097280"/>
            <a:ext cx="4023360" cy="6400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188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KEBUTUHAN SISTEM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691640"/>
            <a:ext cx="4023360" cy="457200"/>
          </a:xfrm>
          <a:prstGeom prst="rect">
            <a:avLst/>
          </a:prstGeom>
          <a:solidFill>
            <a:srgbClr val="F8F9FC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7739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Perangkat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1773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(Post 7) + Android (Post 1)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167128"/>
            <a:ext cx="4023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494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Koneksi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22494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/ WiFi aktif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642616"/>
            <a:ext cx="4023360" cy="457200"/>
          </a:xfrm>
          <a:prstGeom prst="rect">
            <a:avLst/>
          </a:prstGeom>
          <a:solidFill>
            <a:srgbClr val="F8F9FC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724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17920" y="27249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(semua platform)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3118104"/>
            <a:ext cx="4023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004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Penyimpanan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0" y="32004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Sheets (gratis)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0" y="3593592"/>
            <a:ext cx="4023360" cy="457200"/>
          </a:xfrm>
          <a:prstGeom prst="rect">
            <a:avLst/>
          </a:prstGeom>
          <a:solidFill>
            <a:srgbClr val="F8F9FC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758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217920" y="3675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(gratis)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4069080"/>
            <a:ext cx="4023360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EBEB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41513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41513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Apps Script (gratis)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54880" y="4526280"/>
            <a:ext cx="4023360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5262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BIAYA TAMBAHAN:  Rp 0  (GRATIS)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0" y="731520"/>
            <a:ext cx="7132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0" b="1" dirty="0">
                <a:solidFill>
                  <a:srgbClr val="1B2A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NOW.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SAATNYA</a:t>
            </a:r>
            <a:endParaRPr lang="en-US" sz="6000" dirty="0"/>
          </a:p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BERUBAH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2743200" cy="54864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971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ini sudah siap digunakan.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biaya tambahan. Tidak perlu perangkat baru.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browser dan koneksi internet.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023360"/>
            <a:ext cx="4572000" cy="77724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402336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Mohon Persetujuan untuk Mulai Implementasi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0" y="4663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rrfmargaret  |  Security Division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Gate In/Out Digital</dc:title>
  <dc:subject>PptxGenJS Presentation</dc:subject>
  <dc:creator>rrfmargaret</dc:creator>
  <cp:lastModifiedBy>rrfmargaret</cp:lastModifiedBy>
  <cp:revision>1</cp:revision>
  <dcterms:created xsi:type="dcterms:W3CDTF">2026-03-25T08:35:38Z</dcterms:created>
  <dcterms:modified xsi:type="dcterms:W3CDTF">2026-03-25T08:35:38Z</dcterms:modified>
</cp:coreProperties>
</file>